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E5050-7A54-4604-8B7C-C829CB263F6E}" v="44" dt="2024-12-10T19:25:40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za U" userId="79d3eea01d99e4fa" providerId="LiveId" clId="{EADE5050-7A54-4604-8B7C-C829CB263F6E}"/>
    <pc:docChg chg="undo custSel addSld modSld">
      <pc:chgData name="Hamza U" userId="79d3eea01d99e4fa" providerId="LiveId" clId="{EADE5050-7A54-4604-8B7C-C829CB263F6E}" dt="2024-12-10T19:25:40.357" v="315"/>
      <pc:docMkLst>
        <pc:docMk/>
      </pc:docMkLst>
      <pc:sldChg chg="addSp modSp mod setBg addAnim modAnim">
        <pc:chgData name="Hamza U" userId="79d3eea01d99e4fa" providerId="LiveId" clId="{EADE5050-7A54-4604-8B7C-C829CB263F6E}" dt="2024-12-10T19:22:22.591" v="299" actId="12"/>
        <pc:sldMkLst>
          <pc:docMk/>
          <pc:sldMk cId="110979635" sldId="256"/>
        </pc:sldMkLst>
        <pc:spChg chg="mo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2" creationId="{BF789420-6010-45EA-D5E4-C4E02DA11766}"/>
          </ac:spMkLst>
        </pc:spChg>
        <pc:spChg chg="mod">
          <ac:chgData name="Hamza U" userId="79d3eea01d99e4fa" providerId="LiveId" clId="{EADE5050-7A54-4604-8B7C-C829CB263F6E}" dt="2024-12-10T19:22:22.591" v="299" actId="12"/>
          <ac:spMkLst>
            <pc:docMk/>
            <pc:sldMk cId="110979635" sldId="256"/>
            <ac:spMk id="3" creationId="{8D192B94-5DAE-E3FC-6B1E-21CD0182A77A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10" creationId="{362D44EE-C852-4460-B8B5-C4F2BC20510C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12" creationId="{658970D8-8D1D-4B5C-894B-E871CC86543D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14" creationId="{F227E5B6-9132-43CA-B503-37A18562ADF2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16" creationId="{03C2051E-A88D-48E5-BACF-AAED17892722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18" creationId="{7821A508-2985-4905-874A-527429BAABFA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20" creationId="{D2929CB1-0E3C-4B2D-ADC5-0154FB33BA44}"/>
          </ac:spMkLst>
        </pc:spChg>
        <pc:spChg chg="add">
          <ac:chgData name="Hamza U" userId="79d3eea01d99e4fa" providerId="LiveId" clId="{EADE5050-7A54-4604-8B7C-C829CB263F6E}" dt="2024-12-10T19:16:13.056" v="228" actId="26606"/>
          <ac:spMkLst>
            <pc:docMk/>
            <pc:sldMk cId="110979635" sldId="256"/>
            <ac:spMk id="22" creationId="{5F2F0C84-BE8C-4DC2-A6D3-30349A801D5C}"/>
          </ac:spMkLst>
        </pc:spChg>
        <pc:picChg chg="add mod">
          <ac:chgData name="Hamza U" userId="79d3eea01d99e4fa" providerId="LiveId" clId="{EADE5050-7A54-4604-8B7C-C829CB263F6E}" dt="2024-12-10T19:16:13.056" v="228" actId="26606"/>
          <ac:picMkLst>
            <pc:docMk/>
            <pc:sldMk cId="110979635" sldId="256"/>
            <ac:picMk id="5" creationId="{979E5A3A-A24F-7112-560A-412BE4AE15CA}"/>
          </ac:picMkLst>
        </pc:picChg>
      </pc:sldChg>
      <pc:sldChg chg="addSp delSp modSp new mod modTransition setBg">
        <pc:chgData name="Hamza U" userId="79d3eea01d99e4fa" providerId="LiveId" clId="{EADE5050-7A54-4604-8B7C-C829CB263F6E}" dt="2024-12-10T19:24:50.756" v="300"/>
        <pc:sldMkLst>
          <pc:docMk/>
          <pc:sldMk cId="160940477" sldId="257"/>
        </pc:sldMkLst>
        <pc:spChg chg="mod">
          <ac:chgData name="Hamza U" userId="79d3eea01d99e4fa" providerId="LiveId" clId="{EADE5050-7A54-4604-8B7C-C829CB263F6E}" dt="2024-12-10T19:19:12.642" v="246" actId="20577"/>
          <ac:spMkLst>
            <pc:docMk/>
            <pc:sldMk cId="160940477" sldId="257"/>
            <ac:spMk id="2" creationId="{548B34AC-5AC5-D540-01EB-73A8423AAB84}"/>
          </ac:spMkLst>
        </pc:spChg>
        <pc:spChg chg="del">
          <ac:chgData name="Hamza U" userId="79d3eea01d99e4fa" providerId="LiveId" clId="{EADE5050-7A54-4604-8B7C-C829CB263F6E}" dt="2024-12-10T19:06:57.980" v="187"/>
          <ac:spMkLst>
            <pc:docMk/>
            <pc:sldMk cId="160940477" sldId="257"/>
            <ac:spMk id="3" creationId="{89AB2D10-FEC9-DA87-531D-08B3C8ED085D}"/>
          </ac:spMkLst>
        </pc:spChg>
        <pc:spChg chg="add del">
          <ac:chgData name="Hamza U" userId="79d3eea01d99e4fa" providerId="LiveId" clId="{EADE5050-7A54-4604-8B7C-C829CB263F6E}" dt="2024-12-10T19:18:03.618" v="242" actId="26606"/>
          <ac:spMkLst>
            <pc:docMk/>
            <pc:sldMk cId="160940477" sldId="257"/>
            <ac:spMk id="10" creationId="{7CA9E815-A423-6A88-3CFA-6390E58AEB3E}"/>
          </ac:spMkLst>
        </pc:spChg>
        <pc:spChg chg="add del">
          <ac:chgData name="Hamza U" userId="79d3eea01d99e4fa" providerId="LiveId" clId="{EADE5050-7A54-4604-8B7C-C829CB263F6E}" dt="2024-12-10T19:17:47.917" v="236" actId="26606"/>
          <ac:spMkLst>
            <pc:docMk/>
            <pc:sldMk cId="160940477" sldId="257"/>
            <ac:spMk id="11" creationId="{5DCB5928-DC7D-4612-9922-441966E15627}"/>
          </ac:spMkLst>
        </pc:spChg>
        <pc:spChg chg="add del">
          <ac:chgData name="Hamza U" userId="79d3eea01d99e4fa" providerId="LiveId" clId="{EADE5050-7A54-4604-8B7C-C829CB263F6E}" dt="2024-12-10T19:17:47.917" v="236" actId="26606"/>
          <ac:spMkLst>
            <pc:docMk/>
            <pc:sldMk cId="160940477" sldId="257"/>
            <ac:spMk id="13" creationId="{682C1161-1736-45EC-99B7-33F3CAE9D517}"/>
          </ac:spMkLst>
        </pc:spChg>
        <pc:spChg chg="add del">
          <ac:chgData name="Hamza U" userId="79d3eea01d99e4fa" providerId="LiveId" clId="{EADE5050-7A54-4604-8B7C-C829CB263F6E}" dt="2024-12-10T19:17:47.917" v="236" actId="26606"/>
          <ac:spMkLst>
            <pc:docMk/>
            <pc:sldMk cId="160940477" sldId="257"/>
            <ac:spMk id="15" creationId="{84D4DDB8-B68F-45B0-9F62-C4279996F672}"/>
          </ac:spMkLst>
        </pc:spChg>
        <pc:spChg chg="add del">
          <ac:chgData name="Hamza U" userId="79d3eea01d99e4fa" providerId="LiveId" clId="{EADE5050-7A54-4604-8B7C-C829CB263F6E}" dt="2024-12-10T19:17:47.917" v="236" actId="26606"/>
          <ac:spMkLst>
            <pc:docMk/>
            <pc:sldMk cId="160940477" sldId="257"/>
            <ac:spMk id="17" creationId="{AF2F604E-43BE-4DC3-B983-E071523364F8}"/>
          </ac:spMkLst>
        </pc:spChg>
        <pc:spChg chg="add del">
          <ac:chgData name="Hamza U" userId="79d3eea01d99e4fa" providerId="LiveId" clId="{EADE5050-7A54-4604-8B7C-C829CB263F6E}" dt="2024-12-10T19:17:47.917" v="236" actId="26606"/>
          <ac:spMkLst>
            <pc:docMk/>
            <pc:sldMk cId="160940477" sldId="257"/>
            <ac:spMk id="19" creationId="{08C9B587-E65E-4B52-B37C-ABEBB6E87928}"/>
          </ac:spMkLst>
        </pc:spChg>
        <pc:spChg chg="add del">
          <ac:chgData name="Hamza U" userId="79d3eea01d99e4fa" providerId="LiveId" clId="{EADE5050-7A54-4604-8B7C-C829CB263F6E}" dt="2024-12-10T19:17:52.611" v="238" actId="26606"/>
          <ac:spMkLst>
            <pc:docMk/>
            <pc:sldMk cId="160940477" sldId="257"/>
            <ac:spMk id="21" creationId="{E45B1D5C-0827-4AF0-8186-11FC5A8B8B92}"/>
          </ac:spMkLst>
        </pc:spChg>
        <pc:spChg chg="add del">
          <ac:chgData name="Hamza U" userId="79d3eea01d99e4fa" providerId="LiveId" clId="{EADE5050-7A54-4604-8B7C-C829CB263F6E}" dt="2024-12-10T19:17:52.611" v="238" actId="26606"/>
          <ac:spMkLst>
            <pc:docMk/>
            <pc:sldMk cId="160940477" sldId="257"/>
            <ac:spMk id="22" creationId="{99413ED5-9ED4-4772-BCE4-2BCAE6B12E35}"/>
          </ac:spMkLst>
        </pc:spChg>
        <pc:spChg chg="add del">
          <ac:chgData name="Hamza U" userId="79d3eea01d99e4fa" providerId="LiveId" clId="{EADE5050-7A54-4604-8B7C-C829CB263F6E}" dt="2024-12-10T19:17:52.611" v="238" actId="26606"/>
          <ac:spMkLst>
            <pc:docMk/>
            <pc:sldMk cId="160940477" sldId="257"/>
            <ac:spMk id="23" creationId="{04357C93-F0CB-4A1C-8F77-4E9063789819}"/>
          </ac:spMkLst>
        </pc:spChg>
        <pc:spChg chg="add del">
          <ac:chgData name="Hamza U" userId="79d3eea01d99e4fa" providerId="LiveId" clId="{EADE5050-7A54-4604-8B7C-C829CB263F6E}" dt="2024-12-10T19:17:52.611" v="238" actId="26606"/>
          <ac:spMkLst>
            <pc:docMk/>
            <pc:sldMk cId="160940477" sldId="257"/>
            <ac:spMk id="24" creationId="{90F533E9-6690-41A8-A372-4C6C622D028D}"/>
          </ac:spMkLst>
        </pc:spChg>
        <pc:spChg chg="add del">
          <ac:chgData name="Hamza U" userId="79d3eea01d99e4fa" providerId="LiveId" clId="{EADE5050-7A54-4604-8B7C-C829CB263F6E}" dt="2024-12-10T19:17:54.904" v="240" actId="26606"/>
          <ac:spMkLst>
            <pc:docMk/>
            <pc:sldMk cId="160940477" sldId="257"/>
            <ac:spMk id="26" creationId="{6753252F-4873-4F63-801D-CC719279A7D5}"/>
          </ac:spMkLst>
        </pc:spChg>
        <pc:spChg chg="add del">
          <ac:chgData name="Hamza U" userId="79d3eea01d99e4fa" providerId="LiveId" clId="{EADE5050-7A54-4604-8B7C-C829CB263F6E}" dt="2024-12-10T19:17:54.904" v="240" actId="26606"/>
          <ac:spMkLst>
            <pc:docMk/>
            <pc:sldMk cId="160940477" sldId="257"/>
            <ac:spMk id="27" creationId="{047C8CCB-F95D-4249-92DD-651249D3535A}"/>
          </ac:spMkLst>
        </pc:spChg>
        <pc:spChg chg="add del">
          <ac:chgData name="Hamza U" userId="79d3eea01d99e4fa" providerId="LiveId" clId="{EADE5050-7A54-4604-8B7C-C829CB263F6E}" dt="2024-12-10T19:18:03.618" v="242" actId="26606"/>
          <ac:spMkLst>
            <pc:docMk/>
            <pc:sldMk cId="160940477" sldId="257"/>
            <ac:spMk id="29" creationId="{04812C46-200A-4DEB-A05E-3ED6C68C2387}"/>
          </ac:spMkLst>
        </pc:spChg>
        <pc:spChg chg="add del">
          <ac:chgData name="Hamza U" userId="79d3eea01d99e4fa" providerId="LiveId" clId="{EADE5050-7A54-4604-8B7C-C829CB263F6E}" dt="2024-12-10T19:18:03.618" v="242" actId="26606"/>
          <ac:spMkLst>
            <pc:docMk/>
            <pc:sldMk cId="160940477" sldId="257"/>
            <ac:spMk id="30" creationId="{D1EA859B-E555-4109-94F3-6700E046E008}"/>
          </ac:spMkLst>
        </pc:spChg>
        <pc:spChg chg="add del">
          <ac:chgData name="Hamza U" userId="79d3eea01d99e4fa" providerId="LiveId" clId="{EADE5050-7A54-4604-8B7C-C829CB263F6E}" dt="2024-12-10T19:18:06.358" v="244" actId="26606"/>
          <ac:spMkLst>
            <pc:docMk/>
            <pc:sldMk cId="160940477" sldId="257"/>
            <ac:spMk id="32" creationId="{37C89E4B-3C9F-44B9-8B86-D9E3D112D8EC}"/>
          </ac:spMkLst>
        </pc:spChg>
        <pc:graphicFrameChg chg="add del mod">
          <ac:chgData name="Hamza U" userId="79d3eea01d99e4fa" providerId="LiveId" clId="{EADE5050-7A54-4604-8B7C-C829CB263F6E}" dt="2024-12-10T19:04:09.746" v="186" actId="478"/>
          <ac:graphicFrameMkLst>
            <pc:docMk/>
            <pc:sldMk cId="160940477" sldId="257"/>
            <ac:graphicFrameMk id="4" creationId="{55942938-5F77-C749-B6CE-8F15DD92B7A2}"/>
          </ac:graphicFrameMkLst>
        </pc:graphicFrameChg>
        <pc:picChg chg="add mod ord">
          <ac:chgData name="Hamza U" userId="79d3eea01d99e4fa" providerId="LiveId" clId="{EADE5050-7A54-4604-8B7C-C829CB263F6E}" dt="2024-12-10T19:18:06.358" v="244" actId="26606"/>
          <ac:picMkLst>
            <pc:docMk/>
            <pc:sldMk cId="160940477" sldId="257"/>
            <ac:picMk id="6" creationId="{412637BB-F2F7-2C70-5024-9D07B33CA0E7}"/>
          </ac:picMkLst>
        </pc:picChg>
        <pc:picChg chg="add del mod">
          <ac:chgData name="Hamza U" userId="79d3eea01d99e4fa" providerId="LiveId" clId="{EADE5050-7A54-4604-8B7C-C829CB263F6E}" dt="2024-12-10T19:16:48.994" v="234" actId="478"/>
          <ac:picMkLst>
            <pc:docMk/>
            <pc:sldMk cId="160940477" sldId="257"/>
            <ac:picMk id="8" creationId="{09EFF803-9E65-0FDD-2DF5-0B0C872DB0D8}"/>
          </ac:picMkLst>
        </pc:picChg>
        <pc:cxnChg chg="add del">
          <ac:chgData name="Hamza U" userId="79d3eea01d99e4fa" providerId="LiveId" clId="{EADE5050-7A54-4604-8B7C-C829CB263F6E}" dt="2024-12-10T19:18:06.358" v="244" actId="26606"/>
          <ac:cxnSpMkLst>
            <pc:docMk/>
            <pc:sldMk cId="160940477" sldId="257"/>
            <ac:cxnSpMk id="33" creationId="{AA2EAA10-076F-46BD-8F0F-B9A2FB77A85C}"/>
          </ac:cxnSpMkLst>
        </pc:cxnChg>
        <pc:cxnChg chg="add del">
          <ac:chgData name="Hamza U" userId="79d3eea01d99e4fa" providerId="LiveId" clId="{EADE5050-7A54-4604-8B7C-C829CB263F6E}" dt="2024-12-10T19:18:06.358" v="244" actId="26606"/>
          <ac:cxnSpMkLst>
            <pc:docMk/>
            <pc:sldMk cId="160940477" sldId="257"/>
            <ac:cxnSpMk id="34" creationId="{D891E407-403B-4764-86C9-33A56D3BCAA3}"/>
          </ac:cxnSpMkLst>
        </pc:cxnChg>
      </pc:sldChg>
      <pc:sldChg chg="addSp delSp modSp new mod modTransition">
        <pc:chgData name="Hamza U" userId="79d3eea01d99e4fa" providerId="LiveId" clId="{EADE5050-7A54-4604-8B7C-C829CB263F6E}" dt="2024-12-10T19:24:53.773" v="301"/>
        <pc:sldMkLst>
          <pc:docMk/>
          <pc:sldMk cId="1328357626" sldId="258"/>
        </pc:sldMkLst>
        <pc:spChg chg="mod">
          <ac:chgData name="Hamza U" userId="79d3eea01d99e4fa" providerId="LiveId" clId="{EADE5050-7A54-4604-8B7C-C829CB263F6E}" dt="2024-12-10T19:18:58.501" v="245" actId="20577"/>
          <ac:spMkLst>
            <pc:docMk/>
            <pc:sldMk cId="1328357626" sldId="258"/>
            <ac:spMk id="2" creationId="{3FF3A08C-F869-5D72-371B-9846ED2F572D}"/>
          </ac:spMkLst>
        </pc:spChg>
        <pc:spChg chg="del">
          <ac:chgData name="Hamza U" userId="79d3eea01d99e4fa" providerId="LiveId" clId="{EADE5050-7A54-4604-8B7C-C829CB263F6E}" dt="2024-12-10T19:09:38.839" v="201"/>
          <ac:spMkLst>
            <pc:docMk/>
            <pc:sldMk cId="1328357626" sldId="258"/>
            <ac:spMk id="3" creationId="{BE97C3F9-DDA3-5700-C57D-00E8E21E6FCB}"/>
          </ac:spMkLst>
        </pc:spChg>
        <pc:picChg chg="add mod ord">
          <ac:chgData name="Hamza U" userId="79d3eea01d99e4fa" providerId="LiveId" clId="{EADE5050-7A54-4604-8B7C-C829CB263F6E}" dt="2024-12-10T19:11:19.594" v="207" actId="1076"/>
          <ac:picMkLst>
            <pc:docMk/>
            <pc:sldMk cId="1328357626" sldId="258"/>
            <ac:picMk id="5" creationId="{054DA008-85B5-C974-BA13-66B0ED81A8C0}"/>
          </ac:picMkLst>
        </pc:picChg>
      </pc:sldChg>
      <pc:sldChg chg="addSp delSp modSp new mod modTransition">
        <pc:chgData name="Hamza U" userId="79d3eea01d99e4fa" providerId="LiveId" clId="{EADE5050-7A54-4604-8B7C-C829CB263F6E}" dt="2024-12-10T19:24:55.601" v="302"/>
        <pc:sldMkLst>
          <pc:docMk/>
          <pc:sldMk cId="92710279" sldId="259"/>
        </pc:sldMkLst>
        <pc:spChg chg="mod">
          <ac:chgData name="Hamza U" userId="79d3eea01d99e4fa" providerId="LiveId" clId="{EADE5050-7A54-4604-8B7C-C829CB263F6E}" dt="2024-12-10T19:19:17.925" v="247" actId="20577"/>
          <ac:spMkLst>
            <pc:docMk/>
            <pc:sldMk cId="92710279" sldId="259"/>
            <ac:spMk id="2" creationId="{B3D4B878-8D4E-05EA-552E-B184A8E64175}"/>
          </ac:spMkLst>
        </pc:spChg>
        <pc:spChg chg="del">
          <ac:chgData name="Hamza U" userId="79d3eea01d99e4fa" providerId="LiveId" clId="{EADE5050-7A54-4604-8B7C-C829CB263F6E}" dt="2024-12-10T19:11:53.513" v="209"/>
          <ac:spMkLst>
            <pc:docMk/>
            <pc:sldMk cId="92710279" sldId="259"/>
            <ac:spMk id="3" creationId="{C2F99251-5DB2-680C-7A07-B2DC11A4059E}"/>
          </ac:spMkLst>
        </pc:spChg>
        <pc:picChg chg="add mod ord">
          <ac:chgData name="Hamza U" userId="79d3eea01d99e4fa" providerId="LiveId" clId="{EADE5050-7A54-4604-8B7C-C829CB263F6E}" dt="2024-12-10T19:12:48.905" v="214" actId="167"/>
          <ac:picMkLst>
            <pc:docMk/>
            <pc:sldMk cId="92710279" sldId="259"/>
            <ac:picMk id="5" creationId="{9A6F7A55-4EEC-D423-00BC-47FB0A7EF2E8}"/>
          </ac:picMkLst>
        </pc:picChg>
      </pc:sldChg>
      <pc:sldChg chg="addSp delSp modSp new mod modTransition">
        <pc:chgData name="Hamza U" userId="79d3eea01d99e4fa" providerId="LiveId" clId="{EADE5050-7A54-4604-8B7C-C829CB263F6E}" dt="2024-12-10T19:24:57.632" v="303"/>
        <pc:sldMkLst>
          <pc:docMk/>
          <pc:sldMk cId="118918951" sldId="260"/>
        </pc:sldMkLst>
        <pc:spChg chg="mod">
          <ac:chgData name="Hamza U" userId="79d3eea01d99e4fa" providerId="LiveId" clId="{EADE5050-7A54-4604-8B7C-C829CB263F6E}" dt="2024-12-10T19:19:23.072" v="248" actId="20577"/>
          <ac:spMkLst>
            <pc:docMk/>
            <pc:sldMk cId="118918951" sldId="260"/>
            <ac:spMk id="2" creationId="{877AB61A-DA80-B0F0-489E-9804A9F4974C}"/>
          </ac:spMkLst>
        </pc:spChg>
        <pc:spChg chg="del">
          <ac:chgData name="Hamza U" userId="79d3eea01d99e4fa" providerId="LiveId" clId="{EADE5050-7A54-4604-8B7C-C829CB263F6E}" dt="2024-12-10T19:13:19.392" v="217"/>
          <ac:spMkLst>
            <pc:docMk/>
            <pc:sldMk cId="118918951" sldId="260"/>
            <ac:spMk id="3" creationId="{5CC42FFD-2DEC-7606-719C-1E7779C18F84}"/>
          </ac:spMkLst>
        </pc:spChg>
        <pc:picChg chg="add mod ord">
          <ac:chgData name="Hamza U" userId="79d3eea01d99e4fa" providerId="LiveId" clId="{EADE5050-7A54-4604-8B7C-C829CB263F6E}" dt="2024-12-10T19:13:57.572" v="222" actId="1076"/>
          <ac:picMkLst>
            <pc:docMk/>
            <pc:sldMk cId="118918951" sldId="260"/>
            <ac:picMk id="5" creationId="{B00F553A-9EB5-D7C5-75ED-C0CE4CBE2141}"/>
          </ac:picMkLst>
        </pc:picChg>
      </pc:sldChg>
      <pc:sldChg chg="addSp delSp modSp new mod modTransition setBg">
        <pc:chgData name="Hamza U" userId="79d3eea01d99e4fa" providerId="LiveId" clId="{EADE5050-7A54-4604-8B7C-C829CB263F6E}" dt="2024-12-10T19:25:40.357" v="315"/>
        <pc:sldMkLst>
          <pc:docMk/>
          <pc:sldMk cId="1597473944" sldId="261"/>
        </pc:sldMkLst>
        <pc:spChg chg="mod">
          <ac:chgData name="Hamza U" userId="79d3eea01d99e4fa" providerId="LiveId" clId="{EADE5050-7A54-4604-8B7C-C829CB263F6E}" dt="2024-12-10T19:21:05.752" v="278" actId="26606"/>
          <ac:spMkLst>
            <pc:docMk/>
            <pc:sldMk cId="1597473944" sldId="261"/>
            <ac:spMk id="2" creationId="{306C2A7F-CAD0-9180-8A58-A2BB84807BC0}"/>
          </ac:spMkLst>
        </pc:spChg>
        <pc:spChg chg="del mod">
          <ac:chgData name="Hamza U" userId="79d3eea01d99e4fa" providerId="LiveId" clId="{EADE5050-7A54-4604-8B7C-C829CB263F6E}" dt="2024-12-10T19:20:27.923" v="274" actId="478"/>
          <ac:spMkLst>
            <pc:docMk/>
            <pc:sldMk cId="1597473944" sldId="261"/>
            <ac:spMk id="3" creationId="{B530C864-AF70-1779-9822-71C185CE8FAB}"/>
          </ac:spMkLst>
        </pc:spChg>
        <pc:spChg chg="add del mod">
          <ac:chgData name="Hamza U" userId="79d3eea01d99e4fa" providerId="LiveId" clId="{EADE5050-7A54-4604-8B7C-C829CB263F6E}" dt="2024-12-10T19:20:30.804" v="275" actId="478"/>
          <ac:spMkLst>
            <pc:docMk/>
            <pc:sldMk cId="1597473944" sldId="261"/>
            <ac:spMk id="6" creationId="{2310E5D7-BE64-B006-D8D9-ABAF3277630A}"/>
          </ac:spMkLst>
        </pc:spChg>
        <pc:spChg chg="add del">
          <ac:chgData name="Hamza U" userId="79d3eea01d99e4fa" providerId="LiveId" clId="{EADE5050-7A54-4604-8B7C-C829CB263F6E}" dt="2024-12-10T19:21:05.752" v="278" actId="26606"/>
          <ac:spMkLst>
            <pc:docMk/>
            <pc:sldMk cId="1597473944" sldId="261"/>
            <ac:spMk id="9" creationId="{3ECBE1F1-D69B-4AFA-ABD5-8E41720EF6DE}"/>
          </ac:spMkLst>
        </pc:spChg>
        <pc:spChg chg="add del">
          <ac:chgData name="Hamza U" userId="79d3eea01d99e4fa" providerId="LiveId" clId="{EADE5050-7A54-4604-8B7C-C829CB263F6E}" dt="2024-12-10T19:21:05.752" v="278" actId="26606"/>
          <ac:spMkLst>
            <pc:docMk/>
            <pc:sldMk cId="1597473944" sldId="261"/>
            <ac:spMk id="11" creationId="{603A6265-E10C-4B85-9C20-E75FCAF9CC63}"/>
          </ac:spMkLst>
        </pc:spChg>
        <pc:spChg chg="add">
          <ac:chgData name="Hamza U" userId="79d3eea01d99e4fa" providerId="LiveId" clId="{EADE5050-7A54-4604-8B7C-C829CB263F6E}" dt="2024-12-10T19:21:05.752" v="278" actId="26606"/>
          <ac:spMkLst>
            <pc:docMk/>
            <pc:sldMk cId="1597473944" sldId="261"/>
            <ac:spMk id="16" creationId="{657F69E0-C4B0-4BEC-A689-4F8D877F05D4}"/>
          </ac:spMkLst>
        </pc:spChg>
        <pc:spChg chg="add">
          <ac:chgData name="Hamza U" userId="79d3eea01d99e4fa" providerId="LiveId" clId="{EADE5050-7A54-4604-8B7C-C829CB263F6E}" dt="2024-12-10T19:21:05.752" v="278" actId="26606"/>
          <ac:spMkLst>
            <pc:docMk/>
            <pc:sldMk cId="1597473944" sldId="261"/>
            <ac:spMk id="18" creationId="{9F6380B4-6A1C-481E-8408-B4E6C75B9B81}"/>
          </ac:spMkLst>
        </pc:spChg>
        <pc:picChg chg="add mod">
          <ac:chgData name="Hamza U" userId="79d3eea01d99e4fa" providerId="LiveId" clId="{EADE5050-7A54-4604-8B7C-C829CB263F6E}" dt="2024-12-10T19:21:05.752" v="278" actId="26606"/>
          <ac:picMkLst>
            <pc:docMk/>
            <pc:sldMk cId="1597473944" sldId="261"/>
            <ac:picMk id="5" creationId="{8817DC3A-6B1F-3D1D-78D3-6758621D018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4DF560-39E6-4E7A-09F6-83459A2AD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479DFEC-001E-C75C-0043-3373FDCF5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C2D2C8-1A96-1F81-7E95-B4C028A4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73CFC3C-FC29-AB73-A704-00B377FF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C399D1-DAA3-60F5-983C-3E0EE9C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56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280DAE-2777-17A3-89EF-3B3F8D80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FF6233-85EE-91D3-EF07-72583C19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01B5A7-C08D-7805-DBAE-62E203D3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F1B0E0-90C5-5AF0-D4C1-D2BEA263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E71DB8D-E0CB-A408-5D90-222126F3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223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74CFFD-245D-EF4A-AD13-BD03C595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287C742-193C-6B98-4870-BC33CA3E4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C3677F4-C6BE-B883-D557-40C27525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275E89-2A0F-7C29-F3E5-2920447E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5A73D3-769E-BA57-B83F-93D6F749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164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DA76DC-606C-B08E-1CE1-B46415A3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8CFC74-F711-38D7-73AC-5E51EA1AE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0D9F430-CAED-DB28-8A83-5742C3844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B404F80-A2BD-E649-DF9A-5DF67F16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E7B4DC1-954B-2C15-7174-C79714AC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470A8C-968C-8B62-2E81-8068F5E7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164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2BB41D-C820-B0D0-FDBF-855DC3AD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181185-D7E6-6096-A0E6-B06FB7F6D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6FF99AF-0B69-1F09-4401-3D719858D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10812BD-767F-8BB3-0419-20F0DBFCA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788A2AE-BC96-E2EE-9FAC-36102B43C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8D9A19E-1C17-ECA2-5237-98CC2DE1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AAB072B-2150-5B3C-50FC-9B19DE08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C66FE20-6018-3DCD-C08D-2AD834FA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166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169504-6841-C8B8-15DA-8EAC780F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47C50F7-8CB6-C50C-4CE5-C360FA2F8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969C14A-B716-924C-C08F-B44BFB56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DBCE402-0BD1-AAD1-26D2-10BB9EDC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059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28806C7-B1F6-002A-50B1-A983499C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6AE6081-B4AA-E613-6D46-B5F34BB3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7CDF9D6-C479-46ED-1F56-72570B96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47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24A13F-AD4C-8527-1B88-342D35E5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EE8A74-C02C-916D-4084-E1CEB6772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E65DBE-F40F-6AF9-1324-55904CD74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98439F-3F78-37E3-9D3D-68651688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0E0C72-BB75-EC85-C03F-F0EA7AB0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30B4B2B-95EE-2161-B4C6-E79CEBB0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72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012676-5C87-43EC-C132-6E9C21CA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1E6DB46-C2EA-FDA3-7C48-C92FBB3EA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F4066C7-FA28-C3B0-B042-3B5F6ECA8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3E49573-1C86-1D3D-C877-B5C0F021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A232BAF-81E7-B52D-F295-3127BFCA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B00A57B-5F11-E88E-D5FA-D648EA4A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627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92B685-9E56-C0B2-C772-6E3F8DFE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E60D302-2C05-386B-BA4B-6A9A17C02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FAABFF8-1C0C-CA5E-88E2-350D33837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2944FF-11DF-794C-4D52-7764F1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C3EA00-A748-F97D-33A5-4F6732E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244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6246B4A-EEE0-0AC3-7045-BF7D2B3C1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FC9AF25-9C57-6FD3-9077-ADB9EF812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99CEB3-6405-8BDC-1D1F-98656E4A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DE4C36D-2914-90FF-EE9C-083FAC67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44F47D-9914-67A1-6B6B-76176042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578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C6CF59E-FA14-32B2-81B2-AEDD230D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8D861F3-055E-C602-7091-32A999DC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D99703B-521E-69DA-BF78-D8DBD7CC1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B93A6-2CD4-471B-9039-6DC0105BD972}" type="datetimeFigureOut">
              <a:rPr lang="tr-TR" smtClean="0"/>
              <a:t>10.12.2024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8B78C4-508C-9D65-2B91-DC13985EA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40182B-0333-C430-D078-850090F81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EF9B4-8BD0-4398-89B2-BDB5EB3E00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085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F789420-6010-45EA-D5E4-C4E02DA11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tr-TR" sz="4200" dirty="0">
                <a:latin typeface="Arial" panose="020B0604020202020204" pitchFamily="34" charset="0"/>
                <a:cs typeface="Arial" panose="020B0604020202020204" pitchFamily="34" charset="0"/>
              </a:rPr>
              <a:t>Hamza Yiğit </a:t>
            </a:r>
            <a:r>
              <a:rPr lang="tr-TR" sz="4200" dirty="0" err="1">
                <a:latin typeface="Arial" panose="020B0604020202020204" pitchFamily="34" charset="0"/>
                <a:cs typeface="Arial" panose="020B0604020202020204" pitchFamily="34" charset="0"/>
              </a:rPr>
              <a:t>Ünsal’s</a:t>
            </a:r>
            <a:r>
              <a:rPr lang="tr-TR" sz="4200" dirty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tr-TR" sz="4200" dirty="0" err="1">
                <a:latin typeface="Arial" panose="020B0604020202020204" pitchFamily="34" charset="0"/>
                <a:cs typeface="Arial" panose="020B0604020202020204" pitchFamily="34" charset="0"/>
              </a:rPr>
              <a:t>Progress</a:t>
            </a:r>
            <a:r>
              <a:rPr lang="tr-TR" sz="4200" dirty="0">
                <a:latin typeface="Arial" panose="020B0604020202020204" pitchFamily="34" charset="0"/>
                <a:cs typeface="Arial" panose="020B0604020202020204" pitchFamily="34" charset="0"/>
              </a:rPr>
              <a:t> Presentation</a:t>
            </a:r>
            <a:br>
              <a:rPr lang="tr-TR" sz="4200" b="1" i="0" dirty="0">
                <a:effectLst/>
                <a:latin typeface="Open Sans" panose="020F0502020204030204" pitchFamily="34" charset="0"/>
              </a:rPr>
            </a:br>
            <a:endParaRPr lang="tr-TR" sz="42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192B94-5DAE-E3FC-6B1E-21CD0182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Leader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Hamza Yiğit Ünsal</a:t>
            </a:r>
          </a:p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Mustafa Taha Akoğlu</a:t>
            </a:r>
            <a:b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İbrahim Çağlar Yıldırım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Resim 4" descr="kulaklık, daire içeren bir resim&#10;&#10;Açıklama otomatik olarak oluşturuldu">
            <a:extLst>
              <a:ext uri="{FF2B5EF4-FFF2-40B4-BE49-F238E27FC236}">
                <a16:creationId xmlns:a16="http://schemas.microsoft.com/office/drawing/2014/main" id="{979E5A3A-A24F-7112-560A-412BE4AE1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" r="1857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7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İçerik Yer Tutucusu 5" descr="dikdörtgen, ekran görüntüsü, çizgi, metin içeren bir resim&#10;&#10;Açıklama otomatik olarak oluşturuldu">
            <a:extLst>
              <a:ext uri="{FF2B5EF4-FFF2-40B4-BE49-F238E27FC236}">
                <a16:creationId xmlns:a16="http://schemas.microsoft.com/office/drawing/2014/main" id="{412637BB-F2F7-2C70-5024-9D07B33CA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02" y="1027906"/>
            <a:ext cx="7497996" cy="5299239"/>
          </a:xfr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48B34AC-5AC5-D540-01EB-73A8423A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err="1"/>
              <a:t>Mylasa</a:t>
            </a:r>
            <a:r>
              <a:rPr lang="tr-TR" sz="4000" dirty="0"/>
              <a:t> Plan </a:t>
            </a:r>
            <a:r>
              <a:rPr lang="tr-TR" sz="4000" dirty="0" err="1"/>
              <a:t>Progress</a:t>
            </a:r>
            <a:r>
              <a:rPr lang="tr-TR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94047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çizim, taslak, diyagram içeren bir resim&#10;&#10;Açıklama otomatik olarak oluşturuldu">
            <a:extLst>
              <a:ext uri="{FF2B5EF4-FFF2-40B4-BE49-F238E27FC236}">
                <a16:creationId xmlns:a16="http://schemas.microsoft.com/office/drawing/2014/main" id="{054DA008-85B5-C974-BA13-66B0ED81A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30" y="1027906"/>
            <a:ext cx="7497940" cy="5299200"/>
          </a:xfr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FF3A08C-F869-5D72-371B-9846ED2F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err="1"/>
              <a:t>Mylasa</a:t>
            </a:r>
            <a:r>
              <a:rPr lang="tr-TR" sz="4000" dirty="0"/>
              <a:t> </a:t>
            </a:r>
            <a:r>
              <a:rPr lang="tr-TR" sz="4000" dirty="0" err="1"/>
              <a:t>Detail</a:t>
            </a:r>
            <a:r>
              <a:rPr lang="tr-TR" sz="4000" dirty="0"/>
              <a:t> 1 </a:t>
            </a:r>
            <a:r>
              <a:rPr lang="tr-TR" sz="4000" dirty="0" err="1"/>
              <a:t>Progress</a:t>
            </a:r>
            <a:r>
              <a:rPr lang="tr-TR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2835762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taslak, çizim, metin, sanat içeren bir resim&#10;&#10;Açıklama otomatik olarak oluşturuldu">
            <a:extLst>
              <a:ext uri="{FF2B5EF4-FFF2-40B4-BE49-F238E27FC236}">
                <a16:creationId xmlns:a16="http://schemas.microsoft.com/office/drawing/2014/main" id="{9A6F7A55-4EEC-D423-00BC-47FB0A7EF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30" y="1027906"/>
            <a:ext cx="7497940" cy="5299200"/>
          </a:xfr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B3D4B878-8D4E-05EA-552E-B184A8E6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err="1"/>
              <a:t>Mylasa</a:t>
            </a:r>
            <a:r>
              <a:rPr lang="tr-TR" sz="4000" dirty="0"/>
              <a:t> </a:t>
            </a:r>
            <a:r>
              <a:rPr lang="tr-TR" sz="4000" dirty="0" err="1"/>
              <a:t>Detail</a:t>
            </a:r>
            <a:r>
              <a:rPr lang="tr-TR" sz="4000" dirty="0"/>
              <a:t> 2 </a:t>
            </a:r>
            <a:r>
              <a:rPr lang="tr-TR" sz="4000" dirty="0" err="1"/>
              <a:t>Progress</a:t>
            </a:r>
            <a:r>
              <a:rPr lang="tr-TR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271027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diyagram, dikdörtgen, taslak içeren bir resim&#10;&#10;Açıklama otomatik olarak oluşturuldu">
            <a:extLst>
              <a:ext uri="{FF2B5EF4-FFF2-40B4-BE49-F238E27FC236}">
                <a16:creationId xmlns:a16="http://schemas.microsoft.com/office/drawing/2014/main" id="{B00F553A-9EB5-D7C5-75ED-C0CE4CBE2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30" y="1027906"/>
            <a:ext cx="7497940" cy="5299200"/>
          </a:xfr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877AB61A-DA80-B0F0-489E-9804A9F4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err="1"/>
              <a:t>Mylasa</a:t>
            </a:r>
            <a:r>
              <a:rPr lang="tr-TR" sz="4000" dirty="0"/>
              <a:t> </a:t>
            </a:r>
            <a:r>
              <a:rPr lang="tr-TR" sz="4000" dirty="0" err="1"/>
              <a:t>Facade</a:t>
            </a:r>
            <a:r>
              <a:rPr lang="tr-TR" sz="4000" dirty="0"/>
              <a:t> </a:t>
            </a:r>
            <a:r>
              <a:rPr lang="tr-TR" sz="4000" dirty="0" err="1"/>
              <a:t>Progress</a:t>
            </a:r>
            <a:r>
              <a:rPr lang="tr-TR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89189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og duvar saati">
            <a:extLst>
              <a:ext uri="{FF2B5EF4-FFF2-40B4-BE49-F238E27FC236}">
                <a16:creationId xmlns:a16="http://schemas.microsoft.com/office/drawing/2014/main" id="{8817DC3A-6B1F-3D1D-78D3-6758621D01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564" r="-1" b="11827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06C2A7F-CAD0-9180-8A58-A2BB8480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Thank you for your time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73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Geniş ekran</PresentationFormat>
  <Paragraphs>8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Open Sans</vt:lpstr>
      <vt:lpstr>Office Teması</vt:lpstr>
      <vt:lpstr>Hamza Yiğit Ünsal’s Team Progress Presentation </vt:lpstr>
      <vt:lpstr>Mylasa Plan Progress:</vt:lpstr>
      <vt:lpstr>Mylasa Detail 1 Progress:</vt:lpstr>
      <vt:lpstr>Mylasa Detail 2 Progress:</vt:lpstr>
      <vt:lpstr>Mylasa Facade Progress: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U</dc:creator>
  <cp:lastModifiedBy>Hamza U</cp:lastModifiedBy>
  <cp:revision>1</cp:revision>
  <dcterms:created xsi:type="dcterms:W3CDTF">2024-12-10T18:26:22Z</dcterms:created>
  <dcterms:modified xsi:type="dcterms:W3CDTF">2024-12-10T19:25:44Z</dcterms:modified>
</cp:coreProperties>
</file>